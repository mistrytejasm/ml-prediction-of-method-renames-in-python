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Log4J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RFC</c:v>
                  </c:pt>
                  <c:pt idx="1">
                    <c:v>Ca</c:v>
                  </c:pt>
                  <c:pt idx="2">
                    <c:v>LCOM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9.9</c:v>
                </c:pt>
                <c:pt idx="1">
                  <c:v>10.8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Hibernate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RFC</c:v>
                  </c:pt>
                  <c:pt idx="1">
                    <c:v>Ca</c:v>
                  </c:pt>
                  <c:pt idx="2">
                    <c:v>LCOM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7.3</c:v>
                </c:pt>
                <c:pt idx="1">
                  <c:v>15.6</c:v>
                </c:pt>
                <c:pt idx="2">
                  <c:v>17.9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MVG change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mod_auth</c:v>
                  </c:pt>
                  <c:pt idx="1">
                    <c:v>mod_authn_anon</c:v>
                  </c:pt>
                  <c:pt idx="2">
                    <c:v>mod_auth_digest</c:v>
                  </c:pt>
                  <c:pt idx="3">
                    <c:v>mod_authn_dbm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30.4</c:v>
                </c:pt>
                <c:pt idx="1">
                  <c:v>-25</c:v>
                </c:pt>
                <c:pt idx="2">
                  <c:v>-7</c:v>
                </c:pt>
                <c:pt idx="3">
                  <c:v>-56.3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-7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refactoring really make code better?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“Refactoring – Does it improve software quality?”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Stroggylos &amp; Spinellis, WoSQ 2007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Raj Panchal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paper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keeps changing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and fixes are added all the time.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0" y="1417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can drop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 can make the code messier and harder to maintain.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417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is the cure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clean up code hoping to restore quality.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does the cure actually work? This paper measures it.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refactoring?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code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read and change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463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Reorganize the inside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463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code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exactly the same thing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splitting one huge function into several small ones. The program behaves the same, but the code is easier to understand.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quality with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430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 class can end up running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80136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other parts depend on this class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4597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459736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unrelated a class’s methods are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181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11810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other classes it is linked to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776472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764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77647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different paths through the code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of these, lower is better.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test worked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project’s commit log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9659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commits that say “refactor”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743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the code before and after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520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compare the metrics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developers label their refactorings honestly in commit messages.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projects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httpd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not object-oriented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modules, v2.0.59 vs 2.2.3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92040" y="13258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logging library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revisions, ~89 KLOC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063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Connector/J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database driver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revisions, ~89 KLOC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3063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Core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database library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revisions, ~185 KLOC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 and Hibernate: metrics got worse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increase after refactoring (higher = worse)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8046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numbers get worse?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went up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can trigger more methods, so it does more.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91840" y="11887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0" y="13258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went up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of the code depends on each class.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3258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went up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inside a class are less related to each other.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refactored classes took on more, and more varied, responsibilities and became more tangled with the rest of the code.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httpd: a mixed picture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complexity (MVG) per module, %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8046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mod_auth rose only because it was split into two modules on purpose. The others got simpler.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Connector/J: different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292608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match Log4J and Hibernate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types of refactoring may affect metrics differently.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few revisions were examined.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measured only some of the metrics.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doesn’t always improve quality in a way the metrics can measure.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refactoring doesn’t always help measurably, or developers aren’t yet using it effectively.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what comes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systems and revisions were studied.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0" y="1417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 labels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Refactorings found only through commit messages.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417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each type of refactoring separately.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metrics are only a stand-in for real quality.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2026-10-02T01:04:58Z</dcterms:created>
  <dcterms:modified xsi:type="dcterms:W3CDTF">2026-10-02T01:04:58Z</dcterms:modified>
</cp:coreProperties>
</file>